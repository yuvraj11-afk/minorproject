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640" r:id="rId2"/>
    <p:sldId id="3694" r:id="rId3"/>
    <p:sldId id="3697" r:id="rId4"/>
    <p:sldId id="3700" r:id="rId5"/>
    <p:sldId id="3723" r:id="rId6"/>
    <p:sldId id="3701" r:id="rId7"/>
    <p:sldId id="3708" r:id="rId8"/>
    <p:sldId id="3735" r:id="rId9"/>
    <p:sldId id="3704" r:id="rId10"/>
    <p:sldId id="3706" r:id="rId11"/>
    <p:sldId id="3733" r:id="rId12"/>
    <p:sldId id="364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keshi Parnami" initials="SP" lastIdx="1" clrIdx="0">
    <p:extLst>
      <p:ext uri="{19B8F6BF-5375-455C-9EA6-DF929625EA0E}">
        <p15:presenceInfo xmlns:p15="http://schemas.microsoft.com/office/powerpoint/2012/main" userId="S::sparnami@upes.ac.in::61686955-4e93-4ddb-a545-ba82f91d1f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36FF"/>
    <a:srgbClr val="4AAEFC"/>
    <a:srgbClr val="434ACF"/>
    <a:srgbClr val="BF2CFE"/>
    <a:srgbClr val="46B0FA"/>
    <a:srgbClr val="27D4F8"/>
    <a:srgbClr val="D9FF00"/>
    <a:srgbClr val="E0E600"/>
    <a:srgbClr val="0B2F3E"/>
    <a:srgbClr val="B1B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EADF53-66A9-46BD-A2BA-F03CBC287E5B}" v="52" dt="2026-01-29T15:01:04.2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7" autoAdjust="0"/>
    <p:restoredTop sz="96327"/>
  </p:normalViewPr>
  <p:slideViewPr>
    <p:cSldViewPr snapToGrid="0" snapToObjects="1">
      <p:cViewPr varScale="1">
        <p:scale>
          <a:sx n="74" d="100"/>
          <a:sy n="74" d="100"/>
        </p:scale>
        <p:origin x="43" y="49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vraj Bhardwaj" userId="3426decc9c537f60" providerId="LiveId" clId="{0487D616-92BA-42AA-ACCD-892B1B15BF11}"/>
    <pc:docChg chg="undo custSel modSld">
      <pc:chgData name="Yuvraj Bhardwaj" userId="3426decc9c537f60" providerId="LiveId" clId="{0487D616-92BA-42AA-ACCD-892B1B15BF11}" dt="2026-01-29T15:01:12.432" v="377" actId="1076"/>
      <pc:docMkLst>
        <pc:docMk/>
      </pc:docMkLst>
      <pc:sldChg chg="modSp mod">
        <pc:chgData name="Yuvraj Bhardwaj" userId="3426decc9c537f60" providerId="LiveId" clId="{0487D616-92BA-42AA-ACCD-892B1B15BF11}" dt="2026-01-29T14:01:35.813" v="165" actId="113"/>
        <pc:sldMkLst>
          <pc:docMk/>
          <pc:sldMk cId="3795004309" sldId="3640"/>
        </pc:sldMkLst>
        <pc:spChg chg="mod">
          <ac:chgData name="Yuvraj Bhardwaj" userId="3426decc9c537f60" providerId="LiveId" clId="{0487D616-92BA-42AA-ACCD-892B1B15BF11}" dt="2026-01-29T13:59:36.634" v="30" actId="20577"/>
          <ac:spMkLst>
            <pc:docMk/>
            <pc:sldMk cId="3795004309" sldId="3640"/>
            <ac:spMk id="4" creationId="{00000000-0000-0000-0000-000000000000}"/>
          </ac:spMkLst>
        </pc:spChg>
        <pc:spChg chg="mod">
          <ac:chgData name="Yuvraj Bhardwaj" userId="3426decc9c537f60" providerId="LiveId" clId="{0487D616-92BA-42AA-ACCD-892B1B15BF11}" dt="2026-01-29T14:01:35.813" v="165" actId="113"/>
          <ac:spMkLst>
            <pc:docMk/>
            <pc:sldMk cId="3795004309" sldId="3640"/>
            <ac:spMk id="10" creationId="{C2F12844-7D7B-9449-9B33-46EA047F7017}"/>
          </ac:spMkLst>
        </pc:spChg>
        <pc:spChg chg="mod">
          <ac:chgData name="Yuvraj Bhardwaj" userId="3426decc9c537f60" providerId="LiveId" clId="{0487D616-92BA-42AA-ACCD-892B1B15BF11}" dt="2026-01-29T14:01:25.691" v="163" actId="20577"/>
          <ac:spMkLst>
            <pc:docMk/>
            <pc:sldMk cId="3795004309" sldId="3640"/>
            <ac:spMk id="12" creationId="{0581529D-3593-AE4E-9F50-CD8F5082B00A}"/>
          </ac:spMkLst>
        </pc:spChg>
      </pc:sldChg>
      <pc:sldChg chg="modSp mod">
        <pc:chgData name="Yuvraj Bhardwaj" userId="3426decc9c537f60" providerId="LiveId" clId="{0487D616-92BA-42AA-ACCD-892B1B15BF11}" dt="2026-01-29T14:07:56.337" v="248" actId="5793"/>
        <pc:sldMkLst>
          <pc:docMk/>
          <pc:sldMk cId="480493988" sldId="3697"/>
        </pc:sldMkLst>
        <pc:spChg chg="mod">
          <ac:chgData name="Yuvraj Bhardwaj" userId="3426decc9c537f60" providerId="LiveId" clId="{0487D616-92BA-42AA-ACCD-892B1B15BF11}" dt="2026-01-29T14:07:56.337" v="248" actId="5793"/>
          <ac:spMkLst>
            <pc:docMk/>
            <pc:sldMk cId="480493988" sldId="3697"/>
            <ac:spMk id="2" creationId="{B2EC635B-D8A3-4A72-8304-20FFBA5D21A3}"/>
          </ac:spMkLst>
        </pc:spChg>
      </pc:sldChg>
      <pc:sldChg chg="modSp mod">
        <pc:chgData name="Yuvraj Bhardwaj" userId="3426decc9c537f60" providerId="LiveId" clId="{0487D616-92BA-42AA-ACCD-892B1B15BF11}" dt="2026-01-29T14:07:57.936" v="249" actId="20577"/>
        <pc:sldMkLst>
          <pc:docMk/>
          <pc:sldMk cId="2507963610" sldId="3700"/>
        </pc:sldMkLst>
        <pc:spChg chg="mod">
          <ac:chgData name="Yuvraj Bhardwaj" userId="3426decc9c537f60" providerId="LiveId" clId="{0487D616-92BA-42AA-ACCD-892B1B15BF11}" dt="2026-01-29T14:07:57.936" v="249" actId="20577"/>
          <ac:spMkLst>
            <pc:docMk/>
            <pc:sldMk cId="2507963610" sldId="3700"/>
            <ac:spMk id="2" creationId="{B2EC635B-D8A3-4A72-8304-20FFBA5D21A3}"/>
          </ac:spMkLst>
        </pc:spChg>
      </pc:sldChg>
      <pc:sldChg chg="modSp mod">
        <pc:chgData name="Yuvraj Bhardwaj" userId="3426decc9c537f60" providerId="LiveId" clId="{0487D616-92BA-42AA-ACCD-892B1B15BF11}" dt="2026-01-29T14:09:16.608" v="254" actId="2711"/>
        <pc:sldMkLst>
          <pc:docMk/>
          <pc:sldMk cId="2314005441" sldId="3701"/>
        </pc:sldMkLst>
        <pc:spChg chg="mod">
          <ac:chgData name="Yuvraj Bhardwaj" userId="3426decc9c537f60" providerId="LiveId" clId="{0487D616-92BA-42AA-ACCD-892B1B15BF11}" dt="2026-01-29T14:09:16.608" v="254" actId="2711"/>
          <ac:spMkLst>
            <pc:docMk/>
            <pc:sldMk cId="2314005441" sldId="3701"/>
            <ac:spMk id="2" creationId="{B2EC635B-D8A3-4A72-8304-20FFBA5D21A3}"/>
          </ac:spMkLst>
        </pc:spChg>
      </pc:sldChg>
      <pc:sldChg chg="addSp modSp mod">
        <pc:chgData name="Yuvraj Bhardwaj" userId="3426decc9c537f60" providerId="LiveId" clId="{0487D616-92BA-42AA-ACCD-892B1B15BF11}" dt="2026-01-29T15:01:12.432" v="377" actId="1076"/>
        <pc:sldMkLst>
          <pc:docMk/>
          <pc:sldMk cId="2743588701" sldId="3704"/>
        </pc:sldMkLst>
        <pc:spChg chg="mod">
          <ac:chgData name="Yuvraj Bhardwaj" userId="3426decc9c537f60" providerId="LiveId" clId="{0487D616-92BA-42AA-ACCD-892B1B15BF11}" dt="2026-01-29T14:20:06.704" v="372" actId="20577"/>
          <ac:spMkLst>
            <pc:docMk/>
            <pc:sldMk cId="2743588701" sldId="3704"/>
            <ac:spMk id="2" creationId="{B2EC635B-D8A3-4A72-8304-20FFBA5D21A3}"/>
          </ac:spMkLst>
        </pc:spChg>
        <pc:picChg chg="add mod">
          <ac:chgData name="Yuvraj Bhardwaj" userId="3426decc9c537f60" providerId="LiveId" clId="{0487D616-92BA-42AA-ACCD-892B1B15BF11}" dt="2026-01-29T15:01:12.432" v="377" actId="1076"/>
          <ac:picMkLst>
            <pc:docMk/>
            <pc:sldMk cId="2743588701" sldId="3704"/>
            <ac:picMk id="6" creationId="{DC199740-CE81-3484-926D-32BDC9E04AD9}"/>
          </ac:picMkLst>
        </pc:picChg>
      </pc:sldChg>
      <pc:sldChg chg="modSp mod">
        <pc:chgData name="Yuvraj Bhardwaj" userId="3426decc9c537f60" providerId="LiveId" clId="{0487D616-92BA-42AA-ACCD-892B1B15BF11}" dt="2026-01-29T14:16:49.135" v="343" actId="20577"/>
        <pc:sldMkLst>
          <pc:docMk/>
          <pc:sldMk cId="1359081233" sldId="3706"/>
        </pc:sldMkLst>
        <pc:spChg chg="mod">
          <ac:chgData name="Yuvraj Bhardwaj" userId="3426decc9c537f60" providerId="LiveId" clId="{0487D616-92BA-42AA-ACCD-892B1B15BF11}" dt="2026-01-29T14:16:49.135" v="343" actId="20577"/>
          <ac:spMkLst>
            <pc:docMk/>
            <pc:sldMk cId="1359081233" sldId="3706"/>
            <ac:spMk id="2" creationId="{B2EC635B-D8A3-4A72-8304-20FFBA5D21A3}"/>
          </ac:spMkLst>
        </pc:spChg>
      </pc:sldChg>
      <pc:sldChg chg="addSp modSp mod">
        <pc:chgData name="Yuvraj Bhardwaj" userId="3426decc9c537f60" providerId="LiveId" clId="{0487D616-92BA-42AA-ACCD-892B1B15BF11}" dt="2026-01-29T14:11:25.815" v="283" actId="20577"/>
        <pc:sldMkLst>
          <pc:docMk/>
          <pc:sldMk cId="1617808545" sldId="3708"/>
        </pc:sldMkLst>
        <pc:spChg chg="mod">
          <ac:chgData name="Yuvraj Bhardwaj" userId="3426decc9c537f60" providerId="LiveId" clId="{0487D616-92BA-42AA-ACCD-892B1B15BF11}" dt="2026-01-29T14:11:25.815" v="283" actId="20577"/>
          <ac:spMkLst>
            <pc:docMk/>
            <pc:sldMk cId="1617808545" sldId="3708"/>
            <ac:spMk id="2" creationId="{B2EC635B-D8A3-4A72-8304-20FFBA5D21A3}"/>
          </ac:spMkLst>
        </pc:spChg>
        <pc:spChg chg="add">
          <ac:chgData name="Yuvraj Bhardwaj" userId="3426decc9c537f60" providerId="LiveId" clId="{0487D616-92BA-42AA-ACCD-892B1B15BF11}" dt="2026-01-29T14:09:40.377" v="258"/>
          <ac:spMkLst>
            <pc:docMk/>
            <pc:sldMk cId="1617808545" sldId="3708"/>
            <ac:spMk id="3" creationId="{3F84517F-A1C3-794A-AE8C-DA0B53ED33D4}"/>
          </ac:spMkLst>
        </pc:spChg>
        <pc:spChg chg="add">
          <ac:chgData name="Yuvraj Bhardwaj" userId="3426decc9c537f60" providerId="LiveId" clId="{0487D616-92BA-42AA-ACCD-892B1B15BF11}" dt="2026-01-29T14:09:43.503" v="259"/>
          <ac:spMkLst>
            <pc:docMk/>
            <pc:sldMk cId="1617808545" sldId="3708"/>
            <ac:spMk id="4" creationId="{50015065-71D2-2EAA-C5FB-E8E0E46B067E}"/>
          </ac:spMkLst>
        </pc:spChg>
        <pc:spChg chg="add">
          <ac:chgData name="Yuvraj Bhardwaj" userId="3426decc9c537f60" providerId="LiveId" clId="{0487D616-92BA-42AA-ACCD-892B1B15BF11}" dt="2026-01-29T14:09:49.090" v="261"/>
          <ac:spMkLst>
            <pc:docMk/>
            <pc:sldMk cId="1617808545" sldId="3708"/>
            <ac:spMk id="5" creationId="{5E43BEE3-054C-E698-D827-F2A7805A83E4}"/>
          </ac:spMkLst>
        </pc:spChg>
      </pc:sldChg>
      <pc:sldChg chg="modSp mod">
        <pc:chgData name="Yuvraj Bhardwaj" userId="3426decc9c537f60" providerId="LiveId" clId="{0487D616-92BA-42AA-ACCD-892B1B15BF11}" dt="2026-01-29T14:19:41.701" v="369" actId="20577"/>
        <pc:sldMkLst>
          <pc:docMk/>
          <pc:sldMk cId="974806610" sldId="3723"/>
        </pc:sldMkLst>
        <pc:spChg chg="mod">
          <ac:chgData name="Yuvraj Bhardwaj" userId="3426decc9c537f60" providerId="LiveId" clId="{0487D616-92BA-42AA-ACCD-892B1B15BF11}" dt="2026-01-29T14:19:41.701" v="369" actId="20577"/>
          <ac:spMkLst>
            <pc:docMk/>
            <pc:sldMk cId="974806610" sldId="3723"/>
            <ac:spMk id="2" creationId="{B2EC635B-D8A3-4A72-8304-20FFBA5D21A3}"/>
          </ac:spMkLst>
        </pc:spChg>
      </pc:sldChg>
      <pc:sldChg chg="modSp mod">
        <pc:chgData name="Yuvraj Bhardwaj" userId="3426decc9c537f60" providerId="LiveId" clId="{0487D616-92BA-42AA-ACCD-892B1B15BF11}" dt="2026-01-29T14:18:06.470" v="359" actId="2711"/>
        <pc:sldMkLst>
          <pc:docMk/>
          <pc:sldMk cId="3436924985" sldId="3733"/>
        </pc:sldMkLst>
        <pc:spChg chg="mod">
          <ac:chgData name="Yuvraj Bhardwaj" userId="3426decc9c537f60" providerId="LiveId" clId="{0487D616-92BA-42AA-ACCD-892B1B15BF11}" dt="2026-01-29T14:18:06.470" v="359" actId="2711"/>
          <ac:spMkLst>
            <pc:docMk/>
            <pc:sldMk cId="3436924985" sldId="3733"/>
            <ac:spMk id="2" creationId="{B2EC635B-D8A3-4A72-8304-20FFBA5D21A3}"/>
          </ac:spMkLst>
        </pc:spChg>
      </pc:sldChg>
      <pc:sldChg chg="addSp modSp mod">
        <pc:chgData name="Yuvraj Bhardwaj" userId="3426decc9c537f60" providerId="LiveId" clId="{0487D616-92BA-42AA-ACCD-892B1B15BF11}" dt="2026-01-29T14:15:58.836" v="324" actId="20577"/>
        <pc:sldMkLst>
          <pc:docMk/>
          <pc:sldMk cId="896175982" sldId="3735"/>
        </pc:sldMkLst>
        <pc:spChg chg="mod">
          <ac:chgData name="Yuvraj Bhardwaj" userId="3426decc9c537f60" providerId="LiveId" clId="{0487D616-92BA-42AA-ACCD-892B1B15BF11}" dt="2026-01-29T14:15:58.836" v="324" actId="20577"/>
          <ac:spMkLst>
            <pc:docMk/>
            <pc:sldMk cId="896175982" sldId="3735"/>
            <ac:spMk id="2" creationId="{BDE65449-AE43-D7AC-A062-39AB771D202A}"/>
          </ac:spMkLst>
        </pc:spChg>
        <pc:spChg chg="add">
          <ac:chgData name="Yuvraj Bhardwaj" userId="3426decc9c537f60" providerId="LiveId" clId="{0487D616-92BA-42AA-ACCD-892B1B15BF11}" dt="2026-01-29T14:11:50.727" v="287"/>
          <ac:spMkLst>
            <pc:docMk/>
            <pc:sldMk cId="896175982" sldId="3735"/>
            <ac:spMk id="3" creationId="{8590C466-5916-6BBA-CA0D-2F50691A9E5A}"/>
          </ac:spMkLst>
        </pc:spChg>
        <pc:spChg chg="add">
          <ac:chgData name="Yuvraj Bhardwaj" userId="3426decc9c537f60" providerId="LiveId" clId="{0487D616-92BA-42AA-ACCD-892B1B15BF11}" dt="2026-01-29T14:12:45.902" v="297"/>
          <ac:spMkLst>
            <pc:docMk/>
            <pc:sldMk cId="896175982" sldId="3735"/>
            <ac:spMk id="4" creationId="{7952C5C6-8576-6122-3C60-AA55B461ECE7}"/>
          </ac:spMkLst>
        </pc:spChg>
        <pc:spChg chg="add mod">
          <ac:chgData name="Yuvraj Bhardwaj" userId="3426decc9c537f60" providerId="LiveId" clId="{0487D616-92BA-42AA-ACCD-892B1B15BF11}" dt="2026-01-29T14:12:49.315" v="299"/>
          <ac:spMkLst>
            <pc:docMk/>
            <pc:sldMk cId="896175982" sldId="3735"/>
            <ac:spMk id="5" creationId="{A5398A2D-1734-083A-97BC-2FB3B9F9FF5C}"/>
          </ac:spMkLst>
        </pc:spChg>
        <pc:spChg chg="add">
          <ac:chgData name="Yuvraj Bhardwaj" userId="3426decc9c537f60" providerId="LiveId" clId="{0487D616-92BA-42AA-ACCD-892B1B15BF11}" dt="2026-01-29T14:14:29.048" v="305"/>
          <ac:spMkLst>
            <pc:docMk/>
            <pc:sldMk cId="896175982" sldId="3735"/>
            <ac:spMk id="6" creationId="{FC69348E-1087-AE80-6885-260AF9A983D9}"/>
          </ac:spMkLst>
        </pc:spChg>
        <pc:spChg chg="add mod">
          <ac:chgData name="Yuvraj Bhardwaj" userId="3426decc9c537f60" providerId="LiveId" clId="{0487D616-92BA-42AA-ACCD-892B1B15BF11}" dt="2026-01-29T14:14:37.360" v="310"/>
          <ac:spMkLst>
            <pc:docMk/>
            <pc:sldMk cId="896175982" sldId="3735"/>
            <ac:spMk id="7" creationId="{DF5A8F3B-D1E8-9E83-C111-EA76C687CB5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9D15D-1C13-CC45-BE09-4D54E9A973B4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3A8CF-95A7-924D-878B-183116A25D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96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73FB-2D72-9945-BF45-5347690BB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93C615-989D-9D44-8501-FCE01FCED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E5F24-53F9-054C-A9F8-3DCFACAB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3D9895-3AFC-9E49-BB6B-D5AF81433D95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E7FB8-C70E-584A-A086-8852BD63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5C156-1A78-7A4C-AB86-BCA1B1785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F45BD75-B1E6-DE4E-8CD3-58B4BE092B5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71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240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3F520-AAB7-4D20-958E-A456239933B0}" type="datetimeFigureOut">
              <a:rPr lang="en-US" smtClean="0"/>
              <a:t>1/29/2026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316BF-8A16-4F24-9F8F-9D40354D5A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340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C0DC26-5D78-6140-BF89-41378C4365C1}"/>
              </a:ext>
            </a:extLst>
          </p:cNvPr>
          <p:cNvSpPr/>
          <p:nvPr userDrawn="1"/>
        </p:nvSpPr>
        <p:spPr>
          <a:xfrm>
            <a:off x="98853" y="86497"/>
            <a:ext cx="11998411" cy="6685005"/>
          </a:xfrm>
          <a:prstGeom prst="rect">
            <a:avLst/>
          </a:prstGeom>
          <a:noFill/>
          <a:ln w="28575">
            <a:solidFill>
              <a:srgbClr val="46B0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5EF86C0-A360-484B-B595-7CC69137B5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t="12813" r="7454"/>
          <a:stretch/>
        </p:blipFill>
        <p:spPr>
          <a:xfrm>
            <a:off x="10718090" y="127821"/>
            <a:ext cx="1336257" cy="54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464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8895C2-828B-934B-8B58-BBC23AD3665A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text, sign, outdoor&#10;&#10;Description automatically generated">
            <a:extLst>
              <a:ext uri="{FF2B5EF4-FFF2-40B4-BE49-F238E27FC236}">
                <a16:creationId xmlns:a16="http://schemas.microsoft.com/office/drawing/2014/main" id="{35C12C04-5CEF-8448-B70C-56FE6AD03C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4829" y="126108"/>
            <a:ext cx="876170" cy="1491678"/>
          </a:xfrm>
          <a:prstGeom prst="rect">
            <a:avLst/>
          </a:prstGeom>
        </p:spPr>
      </p:pic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F2F3CE5-A64B-4B6C-9275-01E87181F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711" y="143688"/>
            <a:ext cx="4433534" cy="14318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540035" y="1575576"/>
            <a:ext cx="6701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260" y="2689161"/>
            <a:ext cx="99485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Intelligent Research Assistant</a:t>
            </a:r>
          </a:p>
          <a:p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F12844-7D7B-9449-9B33-46EA047F7017}"/>
              </a:ext>
            </a:extLst>
          </p:cNvPr>
          <p:cNvSpPr txBox="1"/>
          <p:nvPr/>
        </p:nvSpPr>
        <p:spPr>
          <a:xfrm>
            <a:off x="304829" y="5145530"/>
            <a:ext cx="60976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Yuvraj Bhardwaj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Aryan Kumar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Gaurav Yadav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Arnav Singh		</a:t>
            </a:r>
            <a:endParaRPr lang="en-IN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81529D-3593-AE4E-9F50-CD8F5082B00A}"/>
              </a:ext>
            </a:extLst>
          </p:cNvPr>
          <p:cNvSpPr txBox="1"/>
          <p:nvPr/>
        </p:nvSpPr>
        <p:spPr>
          <a:xfrm>
            <a:off x="9188364" y="5100077"/>
            <a:ext cx="5721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Guided by: Milton Kumar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004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7530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46B0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sz="3200" b="1" dirty="0">
              <a:solidFill>
                <a:srgbClr val="46B0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8532-D141-4AB0-BD29-1663F2877B3E}"/>
              </a:ext>
            </a:extLst>
          </p:cNvPr>
          <p:cNvSpPr txBox="1"/>
          <p:nvPr/>
        </p:nvSpPr>
        <p:spPr>
          <a:xfrm>
            <a:off x="535090" y="899749"/>
            <a:ext cx="4650377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 Chart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   References</a:t>
            </a:r>
          </a:p>
          <a:p>
            <a:pPr marL="457200" indent="-457200"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729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314620"/>
            <a:ext cx="1166518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514350" indent="-514350">
              <a:buAutoNum type="arabicPeriod"/>
            </a:pPr>
            <a:endParaRPr lang="en-IN" sz="2800" b="1" dirty="0">
              <a:solidFill>
                <a:srgbClr val="46B0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intelligent research assistant designed to automate comprehensive research tasks using a multi-agent artificial intelligence system. The project employs multiple specialized AI agents that collaboratively perform web searching, data scraping, fact-checking, information validation, and report generation. A central orchestrator coordinates the agents to ensure accurate, reliable, and well-structured research outputs. The system aims to reduce manual effort, improve research efficiency, and generate professional-quality reports with verified information. It is highly configurable, fault-tolerant, and suitable for academic as well as professional research applications.</a:t>
            </a:r>
            <a:endParaRPr lang="en-IN" sz="2800" b="1" dirty="0">
              <a:solidFill>
                <a:srgbClr val="46B0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493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257638" y="343540"/>
            <a:ext cx="1172308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Introduction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rapid growth of information on the internet, conducting accurate and reliable research has become increasingly challenging. Manual research is time-consuming and prone to errors, misinformation, and data overload. Artificial Intelligence provides effective solutions to automate research tasks and improve accuracy.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developed as an intelligent research assistant that uses a multi-agent architecture to perform research efficiently. Each agent has a specific role such as searching, scraping, fact-checking, and summarization. The system integrates these agents to produce structured research reports, making it useful for students, researchers, and professionals</a:t>
            </a:r>
          </a:p>
          <a:p>
            <a:endParaRPr lang="en-US" sz="2800" b="1" dirty="0">
              <a:solidFill>
                <a:srgbClr val="46B0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solidFill>
                <a:srgbClr val="46B0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solidFill>
                <a:srgbClr val="46B0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963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79140" y="201140"/>
            <a:ext cx="11528841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3.Literature Review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research systems mainly relied on single-agent architectures or basic web search tools. Traditional research tools lack proper validation, context understanding, and structured reporting. Recent advancements in AI and multi-agent systems have demonstrated improved performance in distributed problem-solving and knowledge synthesis.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show that multi-agent AI systems enhance accuracy, scalability, and fault tolerance compared to single-agent models. However, limited systems effectively integrate fact-checking and report generation. It addresses these limitations by combining intelligent query analysis, multi-source data collection, and automated validation.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solidFill>
                <a:srgbClr val="46B0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806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8" y="248626"/>
            <a:ext cx="1161322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Problem Statement</a:t>
            </a:r>
          </a:p>
          <a:p>
            <a:endParaRPr lang="en-IN" sz="3200" b="1" dirty="0">
              <a:solidFill>
                <a:srgbClr val="46B0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research is inefficient, time-consuming, and vulnerable to misinformation due to unverified online sources. Existing research tools lack automation, structured output, and reliable fact-checking mechanisms. There is a need for an intelligent system that can automate research, verify information, and generate accurate reports with minimal human intervention</a:t>
            </a:r>
            <a:endParaRPr lang="en-IN" sz="2800" b="1" dirty="0">
              <a:solidFill>
                <a:srgbClr val="46B0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005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1158205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Objectives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intelligent research assistant using AI.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multi-agent system for distributed research tasks.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web searching, data scraping, and information validation.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structured and professional research reports.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human effort and improve research accuracy.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808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E65449-AE43-D7AC-A062-39AB771D202A}"/>
              </a:ext>
            </a:extLst>
          </p:cNvPr>
          <p:cNvSpPr txBox="1"/>
          <p:nvPr/>
        </p:nvSpPr>
        <p:spPr>
          <a:xfrm>
            <a:off x="325927" y="267876"/>
            <a:ext cx="1167557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6.Methodology</a:t>
            </a: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Analysis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research query is analyzed to plan research strategy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Coordination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Central orchestrator assigns tasks to specialized agents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Search &amp; Scraping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Agents collect data from multiple online sources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 Checking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Information is validated to detect inconsistencies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Relevant content is filtered and summarized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Final structured report with citations is generated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175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248626"/>
            <a:ext cx="116651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PERT Chart</a:t>
            </a: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6E41F3A-F4B6-F51C-2706-47EBA1564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263" y="102027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0065EB4-3169-EF08-D034-51DF7360D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263" y="19727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199740-CE81-3484-926D-32BDC9E04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473" y="1300833"/>
            <a:ext cx="8853054" cy="488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88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329649"/>
            <a:ext cx="11675573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Conclusion</a:t>
            </a: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successfully demonstrates the use of a multi-agent AI system to automate research activities. The project improves research efficiency by reducing manual effort and ensuring information accuracy through fact-checking. The system is scalable, configurable, and suitable for academic research applications. Future enhancements may include improved NLP capabilities, real-time collaboration, and integration with more data sources.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081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EC635B-D8A3-4A72-8304-20FFBA5D21A3}"/>
              </a:ext>
            </a:extLst>
          </p:cNvPr>
          <p:cNvSpPr txBox="1"/>
          <p:nvPr/>
        </p:nvSpPr>
        <p:spPr>
          <a:xfrm>
            <a:off x="325927" y="329649"/>
            <a:ext cx="11654791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References</a:t>
            </a: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on Multi-Agent Systems.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Machine Learning journals.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AI research articles.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6924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82EA-6098-704F-AD4D-D13A499C492D}"/>
              </a:ext>
            </a:extLst>
          </p:cNvPr>
          <p:cNvSpPr txBox="1"/>
          <p:nvPr/>
        </p:nvSpPr>
        <p:spPr>
          <a:xfrm>
            <a:off x="1895294" y="3601496"/>
            <a:ext cx="84014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46B0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7200" b="1" dirty="0">
              <a:solidFill>
                <a:srgbClr val="46B0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FBB1AB-6227-0A49-9677-D759BB97E908}"/>
              </a:ext>
            </a:extLst>
          </p:cNvPr>
          <p:cNvSpPr/>
          <p:nvPr/>
        </p:nvSpPr>
        <p:spPr>
          <a:xfrm>
            <a:off x="10668000" y="150471"/>
            <a:ext cx="1381246" cy="682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3B91EF5-66BF-4A12-80C1-98869846E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0" y="1709987"/>
            <a:ext cx="4206240" cy="180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48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14382</TotalTime>
  <Words>623</Words>
  <Application>Microsoft Office PowerPoint</Application>
  <PresentationFormat>Widescreen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Stuti Gandhi</dc:creator>
  <cp:lastModifiedBy>Yuvraj Bhardwaj</cp:lastModifiedBy>
  <cp:revision>591</cp:revision>
  <dcterms:created xsi:type="dcterms:W3CDTF">2021-05-06T09:42:21Z</dcterms:created>
  <dcterms:modified xsi:type="dcterms:W3CDTF">2026-01-29T15:01:13Z</dcterms:modified>
</cp:coreProperties>
</file>